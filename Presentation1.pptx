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57B0-378D-DBB7-69E9-C0116F720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BBD13-38CF-878F-7D1B-FD98B9372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84E8F-F6E3-438E-EB3A-36CC8A37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04C8B-2F26-BB02-39B5-D34F81F6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859B3-A92B-EAA6-C36E-EB936E85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28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D177-FDB5-4DC5-9BBC-E01C6DB7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C36AE-3B41-5337-8E8E-954C75A86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5C2FA-B14A-A31E-676F-AD924103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7CF69-5E6A-EA7F-D8DE-0775321C6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AD7E-9B15-D85E-2290-E458C846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16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D837-B649-90DB-A06B-DE57FFD4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78FB9-9626-E358-32DD-151F71A8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0FDC5-1B04-98CC-3491-820F672D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B36CC-E2C8-31F9-F418-26692B65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15115-4577-0FA4-2C22-E60B75EA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62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EB02D-8AC2-78A4-9117-A76230D0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2EE76-20CB-9AFD-E9C8-E6DA0FBB9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ED98F-DA63-F286-7B65-42617C7C7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38386-A6AB-9DDD-E6EA-4DF12073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FDE9F-122E-4520-1854-EFEFE296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5E9CF-96D9-E0EE-7184-1400F20C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18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9057-7D73-A719-2275-C7F63185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593F9-B2E6-B077-C17F-6A8A54FCD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89EA8-BE4D-8A78-37F9-27E3E6E6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797BD-C82A-424D-5358-D34C0D3FB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2AC79-0D79-0715-4972-81330C3D3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7C4E6-D671-775A-317B-460D44EA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15F46-E65C-A740-49E4-8766FE54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F20C49-1164-4FF6-0EC2-7A569D4F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6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A1D4-FFB9-6E35-1C7E-47145B5E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03DAD-3A56-F943-2AC7-6572AEE8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F862C-FE7B-FE12-1BCD-E907FFA10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B6581-1F9E-A927-DA91-700066C0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2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CC3B5-5CE4-27ED-8B20-31B821DE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01B16-8D86-A7E4-7D4A-018D6646F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92648-D26A-F052-FFEA-A6D79DA8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2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F8BD-7068-5688-7DC4-437D6E90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73538-F027-B097-9168-B6D77BBF8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3854B-15A3-E716-5227-2D1977DA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B8077-FE0B-43B6-77A9-3C6E9583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D3DCF-E118-9863-E9DA-FD7238F2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BA7D4-4D76-4DF3-1A21-27276EF5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20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FDA0-1688-1173-7728-CD501D98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E3230-981F-33B4-4BCB-639FDB367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E65D3-3585-53EC-B6B9-ED66FAF88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9049A-D280-6F7A-BEDA-8582D9121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46352-1DA9-90B4-079D-68872DA9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D509C-5DED-DBF7-A6ED-87C97466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11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11F86-0275-21C6-098B-58123D307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7EC4B-9288-B00E-632E-1DC166D5E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1475F-4A5D-5B00-DFC0-CA99D1D4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B72DA-4690-AC66-7AEE-EB9B32F3E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B2E90-22D6-7695-D022-A7D8EB4D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89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61EA8-0DE4-206C-6589-232FB2FA1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A2111-E1C9-1D4A-43CC-D53A33AD3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A878D-9754-57CF-2330-5ED03E98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688DC-27C0-7436-F004-76EE6276B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C0501-4140-01FF-A705-5F274C04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0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58E37-7D7E-369A-06AF-75022D947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7DEDD-03E7-7AE8-ECA9-2B08369A6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FDA4-D0B8-E869-B4ED-E23EAB8A9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EE2A6-6D43-4754-A275-DEF450F7E7A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206C0-2624-72A8-6165-91B898221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E180F-5BDE-C2A8-416E-2D1FE7FF1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B413F-3F19-4DFB-8A1E-AD8CD3811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70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174B23-D01E-CEEC-65D6-FA020C116A56}"/>
              </a:ext>
            </a:extLst>
          </p:cNvPr>
          <p:cNvSpPr txBox="1"/>
          <p:nvPr/>
        </p:nvSpPr>
        <p:spPr>
          <a:xfrm>
            <a:off x="1560443" y="139149"/>
            <a:ext cx="8299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Customer Segmentation &amp; CLV (Customer Lifetime Value) Engine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Brand Name: "Consumer360"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CD2F7-3A1E-FAD5-51B9-4A6B23B5A603}"/>
              </a:ext>
            </a:extLst>
          </p:cNvPr>
          <p:cNvSpPr txBox="1"/>
          <p:nvPr/>
        </p:nvSpPr>
        <p:spPr>
          <a:xfrm>
            <a:off x="1003851" y="1510748"/>
            <a:ext cx="10734261" cy="2674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1.Retail companies generate large volumes of customer transaction data, but lack clear visibility into customer behavior.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2.They struggle to identify loyal customers, customers at risk of churn, and cross-selling opportunities.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3.Marketing strategies are mostly generic and not data-driven.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4.There is a need for an automated system that provides actionable insights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244091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E53F61-2FF8-54AC-8180-413B136FDA55}"/>
              </a:ext>
            </a:extLst>
          </p:cNvPr>
          <p:cNvSpPr txBox="1"/>
          <p:nvPr/>
        </p:nvSpPr>
        <p:spPr>
          <a:xfrm>
            <a:off x="805070" y="224589"/>
            <a:ext cx="10697119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(SQL + CSV):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Retail_Transactions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Customer, Product, Revenue, Region data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File: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consumer360_detailed_retail.csv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InvoiceNo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ProductName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Category, Quantity, UnitPrice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Country, Revenue</a:t>
            </a:r>
          </a:p>
        </p:txBody>
      </p:sp>
    </p:spTree>
    <p:extLst>
      <p:ext uri="{BB962C8B-B14F-4D97-AF65-F5344CB8AC3E}">
        <p14:creationId xmlns:p14="http://schemas.microsoft.com/office/powerpoint/2010/main" val="168012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A02D3C-D0DC-975F-ADC2-FB889D6E6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2" y="97341"/>
            <a:ext cx="10126317" cy="63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90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16292D-4D46-7D17-182C-EB26C481A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74" y="246083"/>
            <a:ext cx="10147852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CUTOMER BEHAVIOUR ANALYSIS: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Imported customer and transaction data into Power BI and cleaned it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 key metrics like total revenue, total customers, average CLV, and average frequency.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RFM analysis to understand customer purchasing behavior.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visuals to track monthly revenue and country-wise customer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 churn risk table using recency to identify inactive customers.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product, brand, and category filters to make the dashboard interactive.</a:t>
            </a:r>
          </a:p>
        </p:txBody>
      </p:sp>
    </p:spTree>
    <p:extLst>
      <p:ext uri="{BB962C8B-B14F-4D97-AF65-F5344CB8AC3E}">
        <p14:creationId xmlns:p14="http://schemas.microsoft.com/office/powerpoint/2010/main" val="404523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9E83D-E929-5745-1C81-3238CCCAB09A}"/>
              </a:ext>
            </a:extLst>
          </p:cNvPr>
          <p:cNvSpPr txBox="1"/>
          <p:nvPr/>
        </p:nvSpPr>
        <p:spPr>
          <a:xfrm>
            <a:off x="866274" y="256675"/>
            <a:ext cx="11036968" cy="585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 AND BASKET ANALYSIS USING PYTHON: 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analysis segments customers based on: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recently they purchased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often they purchase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Monetary: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much they spend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portion of customers fall into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At-Risk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group, indicating potential churn.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Basket Analysis – Cross-Sell Opportunities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Basket analysis identifies products that are frequently purchased together using the Apriority algorithm.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associations help the business design product bundles and personalized recommendations.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buy Product A are also likely to buy Product B.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471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64440E-C98A-2A3D-5AC3-C86D13B5100D}"/>
              </a:ext>
            </a:extLst>
          </p:cNvPr>
          <p:cNvSpPr txBox="1"/>
          <p:nvPr/>
        </p:nvSpPr>
        <p:spPr>
          <a:xfrm>
            <a:off x="377687" y="308114"/>
            <a:ext cx="11489635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&amp; RFM Sales Performance Dashboard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interactive Power BI dashboard to analyze customer behavior and sales performance.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RFM analysis to segment customers based on their purchase activity.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monthly revenue trends and country-wise customer distribution for business insights.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visuals to compare revenue across different customer frequency groups.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churn risk customers using recency and purchasing history.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product, brand, and category filters to allow dynamic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83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403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Tanushree Kanakaraj</dc:creator>
  <cp:lastModifiedBy>Tanushree Kanakaraj</cp:lastModifiedBy>
  <cp:revision>3</cp:revision>
  <dcterms:created xsi:type="dcterms:W3CDTF">2026-02-09T05:54:41Z</dcterms:created>
  <dcterms:modified xsi:type="dcterms:W3CDTF">2026-02-11T06:29:18Z</dcterms:modified>
</cp:coreProperties>
</file>